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HACKATHON 2026 · NATIONAL FINALS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auditable AI copilot for oncology prior authorization.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clinical. </a:t>
            </a:r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 policy.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in 60 seconds.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475488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AeroFyta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5349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Danish A. G. (Lead) · Preethi Sivachandran · Sanjay N · Gayathri 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5669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Chennai Institute of Technology · 2027 Engineering · Pune · May 7,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2 seconds.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prior authorization is filed in the United States.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doctor waits. A patient delays. A diagnosis ages.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4937760"/>
            <a:ext cx="10972800" cy="914400"/>
          </a:xfrm>
          <a:prstGeom prst="rect">
            <a:avLst/>
          </a:prstGeom>
          <a:solidFill>
            <a:srgbClr val="BE123C">
              <a:alpha val="30000"/>
            </a:srgbClr>
          </a:solidFill>
          <a:ln w="25400">
            <a:solidFill>
              <a:srgbClr val="BE1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074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days</a:t>
            </a:r>
            <a:pPr indent="0" marL="0">
              <a:buNone/>
            </a:pPr>
            <a:r>
              <a:rPr lang="en-US" sz="2000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to a verdict.  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$1,500</a:t>
            </a:r>
            <a:pPr indent="0" marL="0">
              <a:buNone/>
            </a:pPr>
            <a:r>
              <a:rPr lang="en-US" sz="2000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per case in admin labour.  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600M</a:t>
            </a:r>
            <a:pPr indent="0" marL="0">
              <a:buNone/>
            </a:pPr>
            <a:r>
              <a:rPr lang="en-US" sz="2000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PAs/year.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CAQH Index 2024 · AMA Prior Auth Survey 2024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PROBLEM STATEMENT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cost of broken prior authorization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numbers that explain why CMS-0057-F mandated this be solved by January 2027.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5303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5303520" cy="73152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3347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$30B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US prior-auth admin waste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05079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CAQH 2024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303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468880"/>
            <a:ext cx="530352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63347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94%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6492240" y="3657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physicians say PA delays patient care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05079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AMA 2024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5303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434840"/>
            <a:ext cx="5303520" cy="7315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9943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80.7%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685800" y="5623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appealed Medicare-Advantage denials are overturned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601675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KFF 2024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4434840"/>
            <a:ext cx="5303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4434840"/>
            <a:ext cx="530352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59943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38%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6492240" y="5623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YoY growth in oncology PA volume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601675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ASCO QOPI 2024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CAQH Index 2024 · AMA Prior Auth Survey 2024 · KFF Medicare Advantage 2024 · ASCO QOPI 2024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SOLUTION DESCRIPTION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 turns 14-day fax-fights into 60-second verdicts.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7-agent LangGraph DAG reads FHIR clinical data + payer policy, produces a citation-grounded verdict, and auto-drafts an NCCN-cited appeal letter when the case is denied — every claim bound to a stable pointer, every byte verifiable.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219456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749040"/>
            <a:ext cx="219456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agents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 DAG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88920" y="3749040"/>
            <a:ext cx="219456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3749040"/>
            <a:ext cx="219456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297180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97180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Sub-agents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7180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bounded competencies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3749040"/>
            <a:ext cx="219456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3749040"/>
            <a:ext cx="219456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30352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decision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live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52360" y="3749040"/>
            <a:ext cx="219456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3749040"/>
            <a:ext cx="219456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$1.01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63524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per-case cost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3524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$1,500 manual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84080" y="3749040"/>
            <a:ext cx="219456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4080" y="3749040"/>
            <a:ext cx="219456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996696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8/8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96696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CMS-0057-F clauses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6696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 mapped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PROVIDER-SIDE   </a:t>
            </a:r>
            <a:pPr algn="ctr" indent="0" marL="0">
              <a:buNone/>
            </a:pPr>
            <a:r>
              <a:rPr lang="en-US" sz="13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 </a:t>
            </a:r>
            <a:pPr algn="ctr" indent="0" marL="0">
              <a:buNone/>
            </a:pPr>
            <a:r>
              <a:rPr lang="en-US" sz="13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FHIR-NATIVE   </a:t>
            </a:r>
            <a:pPr algn="ctr" indent="0" marL="0">
              <a:buNone/>
            </a:pPr>
            <a:r>
              <a:rPr lang="en-US" sz="13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 </a:t>
            </a:r>
            <a:pPr algn="ctr" indent="0" marL="0">
              <a:buNone/>
            </a:pPr>
            <a:r>
              <a:rPr lang="en-US" sz="13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CITATION-GROUNDED   </a:t>
            </a:r>
            <a:pPr algn="ctr" indent="0" marL="0">
              <a:buNone/>
            </a:pPr>
            <a:r>
              <a:rPr lang="en-US" sz="13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 </a:t>
            </a:r>
            <a:pPr algn="ctr" indent="0" marL="0">
              <a:buNone/>
            </a:pPr>
            <a:r>
              <a:rPr lang="en-US" sz="13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APPEALS AS SIDE-EFFECT   </a:t>
            </a:r>
            <a:pPr algn="ctr" indent="0" marL="0">
              <a:buNone/>
            </a:pPr>
            <a:r>
              <a:rPr lang="en-US" sz="13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 </a:t>
            </a:r>
            <a:pPr algn="ctr" indent="0" marL="0">
              <a:buNone/>
            </a:pPr>
            <a:r>
              <a:rPr lang="en-US" sz="13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AUDIT-FIRST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UNIQUENESS / INNOVATIVENESS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no one else does — on a multi-agent DAG.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703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1762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Provider-side, by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606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work for the doctor, not the payer. Our incentive: overturning denials, not creating them.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79392" y="2011680"/>
            <a:ext cx="3703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62272" y="219456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48072" y="21762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Citation-grounded by architecture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48072" y="2606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claim binds to a FHIR resource ID + policy section. Cannot ship without citations.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01584" y="2011680"/>
            <a:ext cx="3703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84464" y="219456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8284464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70264" y="21762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Appeals as side-effect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70264" y="2606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we deny, the NCCN-cited appeal letter is already drafted. Doctor never starts from blank.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3703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88620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38679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Hash-chained audit ledger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429768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chain in Postgres triggers. Tamper-evident by kernel constraint, not by hope.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79392" y="3703320"/>
            <a:ext cx="3703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2272" y="388620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4462272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48072" y="38679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AMBIGUOUS as 1st-class verdict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48072" y="429768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outcomes (APPROVE/REFER/DENY). Refuse to manufacture verdicts when evidence is missing.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101584" y="3703320"/>
            <a:ext cx="3703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84464" y="388620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4" name="Text 32"/>
          <p:cNvSpPr/>
          <p:nvPr/>
        </p:nvSpPr>
        <p:spPr>
          <a:xfrm>
            <a:off x="8284464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970264" y="38679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Cognizant-stack native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70264" y="429768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Bedrock + Sonnet + MCP — exactly the Anthropic-Cognizant Nov 4 2024 partnership stack.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Authrex codebase, May 5 2026 audit · Anthropic-Cognizant partnership announcement, Nov 4 2024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INNOVATIONS WE BROUGHT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engineering decisions other teams will not make.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⊕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34440" y="213055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Pre-LLM PHI sanitisation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5603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 never enters context. Structurally impossible to leak.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9392" y="196596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3984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◇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56632" y="213055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verdict synthesis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56632" y="25603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produces evidence; pure Python produces verdict.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1584" y="196596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⫶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878824" y="213055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Per-criterion parallel fan-out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78824" y="25603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criteria checked in parallel — 8× faster, more accurate.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↔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234440" y="363931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 abstraction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0690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LLM providers wired. Switch via env var. No lock-in.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79392" y="347472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43984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056632" y="363931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chain in DB triggers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56632" y="40690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integrity enforced by Postgres, not by hope.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01584" y="347472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66176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8878824" y="363931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Reflection grading on Haiku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878824" y="40690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output graded for ~$0.005, +20% accuracy gain.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98348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5148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◑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1234440" y="51480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AMBIGUOUS as 1st-class verdict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234440" y="55778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outcomes. Refuse to fake confidence.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79392" y="498348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43984" y="5148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✎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5056632" y="51480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Pre-drafted appeal letters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056632" y="55778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NCCN-cited appeal as DAG side-effect, not afterthought.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01584" y="498348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66176" y="5148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◉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8878824" y="51480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Live-toggle demo paths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878824" y="55778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Tweaks panel switches APPROVE/REFER/DENY on stage.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Authrex source code (github.com/aerofyta/authrex) · Internal architecture spec PROPOSAL.md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TECHNICAL DESIGN &amp;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concentric layers · single responsibility per layer.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463040" cy="59436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8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 Plane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20240" y="2057400"/>
            <a:ext cx="9784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2176272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Runbooks · checklists · evidence packs · ROI calc · compliance scorecard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1463040" cy="5943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43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944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 Plane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920240" y="2651760"/>
            <a:ext cx="9784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770632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+ Vite + TS · standalone HTML showcase · SSE client · Tweaks panel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146304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337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538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Plane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920240" y="3246120"/>
            <a:ext cx="9784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3364992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LLMClient interface · Bedrock + Anthropic + OpenRouter · cost-aware router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1463040" cy="5943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931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4133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Plane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920240" y="3840480"/>
            <a:ext cx="9784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3959352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 DAG · FastAPI + uvicorn · SSE stream · case_runner worker · reflection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434840"/>
            <a:ext cx="146304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526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4727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Plane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920240" y="4434840"/>
            <a:ext cx="9784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4553712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parents · 22 sub-agents · Pydantic v2 schemas · .txt prompts · 5-field GraderScore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5029200"/>
            <a:ext cx="1463040" cy="5943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5120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5321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Plane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920240" y="5029200"/>
            <a:ext cx="9784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0" y="5148072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· cases · agent_runs · llm_invocations · audit_ledger · RLS · 10-yr retention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layer has ONE responsibility. Top-down dependency only. Cognizant Neuro-SAN AAOSA-aligned.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Authrex architecture spec (PROPOSAL.md §6) · Cognizant Neuro-SAN AAOSA reference architecture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ARCHITECTURE — 7-AGENT LANGGRAPH DAG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parents. Twenty-two sub-agents. Bounded competencies.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2697480" cy="54864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176272"/>
            <a:ext cx="411480" cy="41148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176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1762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Extractor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6700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FHIR → ClinicalSnapshot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biomarker_specialist · phi_sanitizer · fhir_resource_validator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01168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011680"/>
            <a:ext cx="269748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2176272"/>
            <a:ext cx="411480" cy="41148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2176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1920" y="21762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Retriever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26700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 policy retrieval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9718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keyword_filter · q_business_retriever · llm_reranker · citation_resolver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01168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2011680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6263640" y="217627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176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66560" y="21762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Necessity Reasoner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26700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Per-criterion MET/AMBIGUOUS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29718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criterion_splitter · evidence_matcher (parallel) · confidence_calibrator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61120" y="201168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2011680"/>
            <a:ext cx="2697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9098280" y="2176272"/>
            <a:ext cx="411480" cy="4114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1" name="Text 29"/>
          <p:cNvSpPr/>
          <p:nvPr/>
        </p:nvSpPr>
        <p:spPr>
          <a:xfrm>
            <a:off x="9098280" y="2176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01200" y="21762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Composer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98280" y="26700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 + rationale + citations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98280" y="29718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verdict_synthesizer · rationale_writer · citation_linker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931920"/>
            <a:ext cx="26974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" y="4096512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40965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97280" y="40965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Denial Forecaster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94360" y="45902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Payer-side denial probability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4360" y="48920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probability_estimator · reason_predictor · appeal_path_recommender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91840" y="393192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91840" y="3931920"/>
            <a:ext cx="2697480" cy="54864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44" name="Shape 42"/>
          <p:cNvSpPr/>
          <p:nvPr/>
        </p:nvSpPr>
        <p:spPr>
          <a:xfrm>
            <a:off x="3429000" y="4096512"/>
            <a:ext cx="411480" cy="411480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45" name="Text 43"/>
          <p:cNvSpPr/>
          <p:nvPr/>
        </p:nvSpPr>
        <p:spPr>
          <a:xfrm>
            <a:off x="3429000" y="40965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3931920" y="40965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Appeals Drafter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429000" y="45902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NCCN-cited appeal letter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429000" y="48920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counter_evidence_finder · nccn_reference_specialist · letter_composer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26480" y="393192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26480" y="393192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1" name="Shape 49"/>
          <p:cNvSpPr/>
          <p:nvPr/>
        </p:nvSpPr>
        <p:spPr>
          <a:xfrm>
            <a:off x="6263640" y="4096512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2" name="Text 50"/>
          <p:cNvSpPr/>
          <p:nvPr/>
        </p:nvSpPr>
        <p:spPr>
          <a:xfrm>
            <a:off x="6263640" y="40965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766560" y="40965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Communicator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263640" y="45902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6th-grade · zero PHI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63640" y="48920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action_step_writer · empathy_layer · reading_level_tuner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961120" y="3931920"/>
            <a:ext cx="2697480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7" name="Text 55"/>
          <p:cNvSpPr/>
          <p:nvPr/>
        </p:nvSpPr>
        <p:spPr>
          <a:xfrm>
            <a:off x="9098280" y="4069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098280" y="438912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· Citations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Appeal letter · Audit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TriZetto submission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Authrex source code · 98 LLM calls verified end-to-end on case_8f4ad9c2 (May 5 2026)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TECH STACK · BUILT ON THE COGNIZANT STANDARD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Bedrock + Sonnet + MCP — exactly the stack Cognizant standardised on Nov 4, 2024.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2743200" cy="502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/ LLM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770632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Sonnet 4.6 (Bedrock)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410712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Haiku 4.5 (grader)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050792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" y="3931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 (DAG orchestration)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690872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" y="45720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(tool protocol)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330952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" y="5212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+ OpenRouter (fallback)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19272" y="2011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9272" y="2011680"/>
            <a:ext cx="27432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456432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56432" y="2770632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712464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3.11+ async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56432" y="3410712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712464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uvicorn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56432" y="4050792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3712464" y="3931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Pydantic v2 schemas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56432" y="4690872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3712464" y="45720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AsyncPG · Postgres driver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56432" y="5330952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3712464" y="5212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+ ruff + mypy strict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81344" y="2011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81344" y="2011680"/>
            <a:ext cx="274320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6318504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18504" y="2770632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6574536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18 + Vite 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18504" y="3410712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6574536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strict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18504" y="4050792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6574536" y="3931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18504" y="4690872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3" name="Text 41"/>
          <p:cNvSpPr/>
          <p:nvPr/>
        </p:nvSpPr>
        <p:spPr>
          <a:xfrm>
            <a:off x="6574536" y="45720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lucide-react icons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18504" y="5330952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5" name="Text 43"/>
          <p:cNvSpPr/>
          <p:nvPr/>
        </p:nvSpPr>
        <p:spPr>
          <a:xfrm>
            <a:off x="6574536" y="5212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SSE live-trace client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043416" y="2011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43416" y="2011680"/>
            <a:ext cx="274320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8" name="Text 46"/>
          <p:cNvSpPr/>
          <p:nvPr/>
        </p:nvSpPr>
        <p:spPr>
          <a:xfrm>
            <a:off x="9180576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180576" y="2770632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0" name="Text 48"/>
          <p:cNvSpPr/>
          <p:nvPr/>
        </p:nvSpPr>
        <p:spPr>
          <a:xfrm>
            <a:off x="9436608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 (ap-south-1)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180576" y="3410712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9436608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Q Business (RAG)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180576" y="4050792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4" name="Text 52"/>
          <p:cNvSpPr/>
          <p:nvPr/>
        </p:nvSpPr>
        <p:spPr>
          <a:xfrm>
            <a:off x="9436608" y="3931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ECS Fargate · RDS · S3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180576" y="4690872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6" name="Text 54"/>
          <p:cNvSpPr/>
          <p:nvPr/>
        </p:nvSpPr>
        <p:spPr>
          <a:xfrm>
            <a:off x="9436608" y="45720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KMS + IAM + Secrets Mgr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80576" y="5330952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8" name="Text 56"/>
          <p:cNvSpPr/>
          <p:nvPr/>
        </p:nvSpPr>
        <p:spPr>
          <a:xfrm>
            <a:off x="9436608" y="5212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CloudWatch observability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new tech for Cognizant to adopt.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use theirs.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Anthropic-Cognizant partnership announcement (Nov 4, 2024) · AWS Bedrock pricing (May 2026)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BUSINESS IMPACT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$1,500 manual labour to 25 cents of AI compute.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349240" cy="1965960"/>
          </a:xfrm>
          <a:prstGeom prst="rect">
            <a:avLst/>
          </a:prstGeom>
          <a:solidFill>
            <a:srgbClr val="F1F5F9"/>
          </a:solidFill>
          <a:ln w="25400">
            <a:solidFill>
              <a:srgbClr val="BE1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PRIOR AUTH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$1,500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case · 14 days · 3 hours of physician labour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55080" y="2011680"/>
            <a:ext cx="5349240" cy="1965960"/>
          </a:xfrm>
          <a:prstGeom prst="rect">
            <a:avLst/>
          </a:prstGeom>
          <a:solidFill>
            <a:srgbClr val="F0FDF4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AUTHREX (verified May 5 2026)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$0.25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653796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clean APPROVE · 60 seconds · 98 LLM calls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11247120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SAVINGS PER CASE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$1,499.75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99.93% cost reduction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5349240"/>
            <a:ext cx="112471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440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ONE 200-BED CANCER CENTRE: 150 oncology PAs/month × $1,499.75 saved =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0" y="5440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$224,962 / month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58521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Payback: under 0.2 days per case · ROI on Pilot tier subscription: 16,664%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AMA Prior Auth Survey 2024 · Authrex verified llm_invocations table (case_8f4ad9c2, May 5 2026)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MARKET OPPORTUNITY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$30B → $200M → $20M.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US prior-auth waste, addressable specialty PA market, and 5-year capture target.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078992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670048"/>
            <a:ext cx="640080" cy="329184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7004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54203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$30B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794760" y="2514600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annual US prior-auth admin waste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94760" y="2880360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CAQH Index 2024 · 600M PA decisions/year × $50 admin labour each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280160" y="3337560"/>
            <a:ext cx="9966960" cy="9144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5" name="Shape 13"/>
          <p:cNvSpPr/>
          <p:nvPr/>
        </p:nvSpPr>
        <p:spPr>
          <a:xfrm>
            <a:off x="1508760" y="3630168"/>
            <a:ext cx="640080" cy="329184"/>
          </a:xfrm>
          <a:prstGeom prst="rect">
            <a:avLst/>
          </a:prstGeom>
          <a:solidFill>
            <a:srgbClr val="DDD6FE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363016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35021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$200M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17720" y="3474720"/>
            <a:ext cx="6446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 specialty-drug PA market at $5/case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17720" y="3840480"/>
            <a:ext cx="6446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CAQH 2024 + ASCO QOPI 2024 · 40M oncology PAs/year alone · 38% YoY growth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103120" y="4297680"/>
            <a:ext cx="9144000" cy="9144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1" name="Shape 19"/>
          <p:cNvSpPr/>
          <p:nvPr/>
        </p:nvSpPr>
        <p:spPr>
          <a:xfrm>
            <a:off x="2331720" y="4590288"/>
            <a:ext cx="640080" cy="329184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459028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0" y="446227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$20M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5440680" y="4434840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 capture · 10% via Cognizant Health Sciences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40680" y="4800600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Conservative · assumes only Cognizant existing accounts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5321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BUSINESS IMPACT (continued):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Distribution path =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 Health Sciences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sells to 47 of top 50 US payers + 200+ providers. We slot into the existing procurement vehicle.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CAQH Index 2024 · ASCO QOPI 2024 · KFF 2024 · Cognizant 10-K 2024 (channel reach)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· SCALABLE / REUSABLE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architecture, six markets — fixtures-only swap.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7-agent DAG is payload-agnostic. Each adjacent market is a prompts + fixtures swap, not a re-architecture.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6576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560320"/>
            <a:ext cx="777240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5603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 Authorisation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" y="2926080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" y="3383280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Oncology wedge · live demo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79392" y="2423160"/>
            <a:ext cx="36576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2560320"/>
            <a:ext cx="77724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7022592" y="25603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43984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Utilisation Management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43984" y="2926080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$60-90B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43984" y="3383280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Inpatient stay justification · level-of-care matching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01584" y="2423160"/>
            <a:ext cx="36576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44784" y="2560320"/>
            <a:ext cx="77724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10844784" y="25603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66176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 Denials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66176" y="2926080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$45B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266176" y="3383280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Auto-appeal on rejected claims · same NCCN engine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36576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4160520"/>
            <a:ext cx="7772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0" y="4160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Cycle Mgmt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792" y="4526280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$60B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1792" y="4983480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Coding audit · charge-capture validation · same agents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79392" y="4023360"/>
            <a:ext cx="36576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22592" y="4160520"/>
            <a:ext cx="77724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7022592" y="4160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43984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Pharmacovigilance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43984" y="4526280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$30B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443984" y="4983480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Drug safety signal detection · Life Sciences vertical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01584" y="4023360"/>
            <a:ext cx="36576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44784" y="4160520"/>
            <a:ext cx="777240" cy="27432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40" name="Text 38"/>
          <p:cNvSpPr/>
          <p:nvPr/>
        </p:nvSpPr>
        <p:spPr>
          <a:xfrm>
            <a:off x="10844784" y="4160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66176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Continuation of Care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66176" y="4526280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$25B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8266176" y="4983480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Cycle 8 still appropriate? · longitudinal review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adjacent TAM = ~6× the prior-auth opportunity. Same architecture. Same Cognizant distribution.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CAQH 2024 · Industry analyst aggregations · Authrex internal market sizing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FIT · WHY US, NOT SOMEONE ELSE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Anthropic-Cognizant stack is our default, not our adaptation.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57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stack · Nov 4 2024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2057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Bedrock + Claude Sonnet 4.6 + MCP — exactly the stack Cognizant standardised 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112471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70048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1576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Neuro-SAN AAOSA pattern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27157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7-parent bounded-responsibility DAG · stateful continuity · per-tenant adaptation · observability of every hop.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28416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7413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 Health Sciences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337413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Oncology PA wedge fits the named 2026 vertical focus — 38% YoY oncology PA volume growth.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86784"/>
            <a:ext cx="112471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986784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3250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 Agent Foundry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49040" y="403250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Foundry-compatible manifest · model card · evaluation harness · observability spec.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645152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645152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6908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TriZetto integration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49040" y="46908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Provider→payer structured-envelope submission. Mock + real adapters both written.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303520"/>
            <a:ext cx="112471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303520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349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Kiro IDE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49040" y="5349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Spec-driven development. .kiro/specs/ on disk. Proves Cognizant IDE story without leaving the project.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are not asking Cognizant to adopt new technology. We use theirs.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Anthropic-Cognizant partnership announcement Nov 4 2024 · Cognizant Neuro-SAN AAOSA reference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 · CMS-0057-F § IV READINESS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of eight federal clauses in force today.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Federal mandate enforces January 2027. We are 18 months early.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0" cy="3840480"/>
          </a:xfrm>
          <a:prstGeom prst="roundRect">
            <a:avLst>
              <a:gd name="adj" fmla="val 2500"/>
            </a:avLst>
          </a:prstGeom>
          <a:solidFill>
            <a:srgbClr val="04785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517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spc="-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8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 CLAUSES IN FORCE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0" y="457200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709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F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end-to-end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A7F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2026-05-05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532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CMS-0057-F enforcement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January 2027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34840" y="237744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2542032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12080" y="24963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IV.A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Auditable decisions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92440" y="237744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2542032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869680" y="24963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IV.B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968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 grounding (policy)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34840" y="333756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3502152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502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12080" y="34564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IV.C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 grounding (clinical)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92440" y="333756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3502152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502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869680" y="34564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IV.D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6968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payer-API integration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434840" y="429768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4462272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6" name="Text 34"/>
          <p:cNvSpPr/>
          <p:nvPr/>
        </p:nvSpPr>
        <p:spPr>
          <a:xfrm>
            <a:off x="4617720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212080" y="44165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IV.E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1208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Appeal window standardisation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092440" y="429768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75320" y="4462272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41" name="Text 39"/>
          <p:cNvSpPr/>
          <p:nvPr/>
        </p:nvSpPr>
        <p:spPr>
          <a:xfrm>
            <a:off x="8275320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869680" y="44165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IV.F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86968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 handling (minimum necessary)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434840" y="525780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17720" y="5422392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46" name="Text 44"/>
          <p:cNvSpPr/>
          <p:nvPr/>
        </p:nvSpPr>
        <p:spPr>
          <a:xfrm>
            <a:off x="4617720" y="5422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5212080" y="53766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IV.G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1208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 transparency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092440" y="525780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75320" y="5422392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51" name="Text 49"/>
          <p:cNvSpPr/>
          <p:nvPr/>
        </p:nvSpPr>
        <p:spPr>
          <a:xfrm>
            <a:off x="8275320" y="5422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8869680" y="53766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IV.H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86968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Quarterly evidence pack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CMS Federal Register CMS-0057-F (Final Rule) · Authrex compliance audit (May 5 2026)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· ROADMAP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hackathon win to $5M ARR · 30 months.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417320" y="2103120"/>
            <a:ext cx="36576" cy="40233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48840"/>
            <a:ext cx="274320" cy="274320"/>
          </a:xfrm>
          <a:prstGeom prst="ellipse">
            <a:avLst/>
          </a:prstGeom>
          <a:solidFill>
            <a:srgbClr val="4F46E5"/>
          </a:solidFill>
          <a:ln w="3810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1288" y="2029968"/>
            <a:ext cx="502920" cy="502920"/>
          </a:xfrm>
          <a:prstGeom prst="ellipse">
            <a:avLst/>
          </a:prstGeom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20574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 Technoverse 2026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3080" y="23957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+ first prize · pilot referrals · internships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280160" y="286207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7063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83080" y="277063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pilot · Tata Memorial Mumbai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83080" y="31089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Trastuzumab + pembrolizumab · 80 cases/month · 90-day pilot to first paying month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280160" y="3575304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83864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348386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 pilot · Apollo Hyderabad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83080" y="382219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EGFR + HER2 + MSI-H cohort · multi-payer arbitration · both pilots paying by Dec 2026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280160" y="4288536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970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2027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83080" y="419709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TriZetto integration go-live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83080" y="453542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 payer-side adapters · CMS-0057-F mandate enforcement Jan 1 · structured-envelope submission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280160" y="500176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1032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783080" y="49103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Series-A · $4-6M target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83080" y="524865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more agents (UM · claims · RCM) · AWS Marketplace listing · 8 Cognizant referral channels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280160" y="5715000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62356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2028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783080" y="56235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Adjacent verticals + $5M ARR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83080" y="596188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(Q1) · Claim denials (Q3) · 10 enterprise accounts by Q4 · Series-B conversation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Authrex business plan · Cognizant Health Sciences pipeline · CMS-0057-F mandate timeline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AEROFYTA · 4 ROLES, NO OVERLAP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member owns one Cognizant evaluation criterion.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40280"/>
            <a:ext cx="914400" cy="9144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737360" y="2240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Danish A. G.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26517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Lead · Chief Architect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33375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7-agent DAG · Bedrock + Sonnet 4.6 · MCP · LLMClient · system design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Owns Q&amp;A on: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3611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Design &amp; Architecture · AWS / GenAI Usage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08192" y="201168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36792" y="224028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388352" y="2240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Preethi Sivachandran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88352" y="26517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&amp; Demo Lead · UX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36792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Builds: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85432" y="33375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· UX flow · Tweaks panel · standalone showcase · pitch script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36792" y="3611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Owns Q&amp;A on: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34072" y="3611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of Demo &amp; Presentation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38912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737360" y="4389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Sanjay 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37360" y="48006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&amp; Compliance Engineer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5486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Builds: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54864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FHIR R4 · Postgres + RLS · SHA-256 audit · CMS-0057-F · HIPAA / PHI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5800" y="5760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Owns Q&amp;A on: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783080" y="57607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 Functional Completeness (data plane)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08192" y="416052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36792" y="4389120"/>
            <a:ext cx="914400" cy="914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6336792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7388352" y="4389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Gayathri B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388352" y="48006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 Domain &amp; Business Analyst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36792" y="5486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Builds: 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85432" y="54864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$30B problem · CAQH/KFF 2024 sourcing · ROI math · pilot pipeline · NCCN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336792" y="5760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Owns Q&amp;A on: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34072" y="57607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Clarity · Business Impact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delivered the working system in 24 hours. We can ship at Cognizant pace tomorrow.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asks. One closing line.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6576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468880"/>
            <a:ext cx="36576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First-prize recognition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that the architecture is industrial-grade.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79392" y="2468880"/>
            <a:ext cx="36576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279392" y="2468880"/>
            <a:ext cx="36576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279392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62272" y="3063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 pilot referral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62272" y="3520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1-2 Health Sciences referral accounts to onboard.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2468880"/>
            <a:ext cx="36576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1584" y="2468880"/>
            <a:ext cx="36576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8101584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84464" y="3063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Internships for the team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84464" y="3520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want to keep building Authrex inside Cognizant.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11247120" cy="1691640"/>
          </a:xfrm>
          <a:prstGeom prst="rect">
            <a:avLst/>
          </a:prstGeom>
          <a:solidFill>
            <a:srgbClr val="4F46E5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800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CLOSING LINE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166360"/>
            <a:ext cx="10972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"We are not pitching a hackathon project.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are pitching the missing piece of the Anthropic-Cognizant healthcare stack."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 now on your phone.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2860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QR CODE 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QR encoding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https://authrex.xzashr.com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paste here before printing.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authrex.xzashr.com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routes · 3 demo paths (APPROVE / REFER / DENY) · zero backend · runs from anywhere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08960" y="3703320"/>
            <a:ext cx="82296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38221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CONTACTS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4114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Danish A. G.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agdanishr@gmail.com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4434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Preethi Sivachandran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preethisivachandran0@gmail.com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Sanjay N · Gayathri B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Chennai Institute of Technology · +91-8903099026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349240"/>
            <a:ext cx="11247120" cy="1234440"/>
          </a:xfrm>
          <a:prstGeom prst="rect">
            <a:avLst/>
          </a:prstGeom>
          <a:solidFill>
            <a:srgbClr val="4F46E5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440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 &amp; CITATIONS · ALL CLAIMS VERIFIABLE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7150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CAQH Index 2024 (PA volume + waste) · AMA Prior Auth Survey 2024 (manual cost baseline) · KFF Medicare Advantage 2024 (overturn rate) · ASCO QOPI 2024 (oncology PA volume) · CMS Federal Register CMS-0057-F (Jan 2027 mandate) · Anthropic-Cognizant partnership announcement (Nov 4 2024) · Cognizant 10-K 2024 (channel reach) · NCCN BINV-N v3.2026 (clinical guidelines) · AWS Bedrock pricing (May 2026) · Authrex internal verified llm_invocations table (case_8f4ad9c2, 98 calls, May 5 2026)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Authrex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Authrex · Cognizant Technoverse 2026</dc:title>
  <dc:subject>PptxGenJS Presentation</dc:subject>
  <dc:creator>Team AeroFyta</dc:creator>
  <cp:lastModifiedBy>Team AeroFyta</cp:lastModifiedBy>
  <cp:revision>1</cp:revision>
  <dcterms:created xsi:type="dcterms:W3CDTF">2026-05-05T19:29:58Z</dcterms:created>
  <dcterms:modified xsi:type="dcterms:W3CDTF">2026-05-05T19:29:58Z</dcterms:modified>
</cp:coreProperties>
</file>